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2.png"/><Relationship Id="rId6" Type="http://schemas.openxmlformats.org/officeDocument/2006/relationships/image" Target="../media/image-1-3.png"/><Relationship Id="rId7" Type="http://schemas.openxmlformats.org/officeDocument/2006/relationships/image" Target="../media/image-1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-1097280" y="-914400"/>
            <a:ext cx="2011680" cy="7772400"/>
          </a:xfrm>
          <a:prstGeom prst="rect">
            <a:avLst/>
          </a:prstGeom>
          <a:solidFill>
            <a:srgbClr val="CC0011">
              <a:alpha val="20000"/>
            </a:srgbClr>
          </a:solidFill>
          <a:ln w="12700">
            <a:solidFill>
              <a:srgbClr val="CC001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05840" y="-914400"/>
            <a:ext cx="365760" cy="7772400"/>
          </a:xfrm>
          <a:prstGeom prst="rect">
            <a:avLst/>
          </a:prstGeom>
          <a:solidFill>
            <a:srgbClr val="CC0011">
              <a:alpha val="20000"/>
            </a:srgbClr>
          </a:solidFill>
          <a:ln w="12700">
            <a:solidFill>
              <a:srgbClr val="CC0011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7955280" y="-914400"/>
            <a:ext cx="2011680" cy="7772400"/>
          </a:xfrm>
          <a:prstGeom prst="rect">
            <a:avLst/>
          </a:prstGeom>
          <a:solidFill>
            <a:srgbClr val="CC0011">
              <a:alpha val="20000"/>
            </a:srgbClr>
          </a:solidFill>
          <a:ln w="12700">
            <a:solidFill>
              <a:srgbClr val="CC0011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9418320" y="-914400"/>
            <a:ext cx="365760" cy="7772400"/>
          </a:xfrm>
          <a:prstGeom prst="rect">
            <a:avLst/>
          </a:prstGeom>
          <a:solidFill>
            <a:srgbClr val="CC0011">
              <a:alpha val="20000"/>
            </a:srgbClr>
          </a:solidFill>
          <a:ln w="12700">
            <a:solidFill>
              <a:srgbClr val="CC0011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CC0011"/>
          </a:solidFill>
          <a:ln w="12700">
            <a:solidFill>
              <a:srgbClr val="CC00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CC0011"/>
          </a:solidFill>
          <a:ln w="12700">
            <a:solidFill>
              <a:srgbClr val="CC00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219456"/>
            <a:ext cx="2606040" cy="5943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9" name="Image 0" descr="https://www.elandretail.com/hom/images/common/h1_elandr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2286000" cy="47548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760720" y="219456"/>
            <a:ext cx="3246120" cy="5943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11" name="Image 1" descr="https://www.elandretail.com/pub/hom/images/cont/logo_company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6032"/>
            <a:ext cx="1005840" cy="475488"/>
          </a:xfrm>
          <a:prstGeom prst="rect">
            <a:avLst/>
          </a:prstGeom>
        </p:spPr>
      </p:pic>
      <p:pic>
        <p:nvPicPr>
          <p:cNvPr id="12" name="Image 2" descr="https://www.elandretail.com/pub/hom/images/cont/logo_company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56032"/>
            <a:ext cx="1005840" cy="475488"/>
          </a:xfrm>
          <a:prstGeom prst="rect">
            <a:avLst/>
          </a:prstGeom>
        </p:spPr>
      </p:pic>
      <p:pic>
        <p:nvPicPr>
          <p:cNvPr id="13" name="Image 3" descr="https://www.elandretail.com/pub/hom/images/cont/logo_company0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256032"/>
            <a:ext cx="1005840" cy="47548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65760" y="822960"/>
            <a:ext cx="44805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55600" dist="88900" dir="8400000">
              <a:srgbClr val="000000">
                <a:alpha val="45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365760" y="822960"/>
            <a:ext cx="146304" cy="3977640"/>
          </a:xfrm>
          <a:prstGeom prst="rect">
            <a:avLst/>
          </a:prstGeom>
          <a:solidFill>
            <a:srgbClr val="CC0011"/>
          </a:solidFill>
          <a:ln w="12700">
            <a:solidFill>
              <a:srgbClr val="CC0011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48640" y="1755648"/>
            <a:ext cx="4251960" cy="0"/>
          </a:xfrm>
          <a:prstGeom prst="line">
            <a:avLst/>
          </a:prstGeom>
          <a:noFill/>
          <a:ln w="9525">
            <a:solidFill>
              <a:srgbClr val="EBEBEB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48640" y="2670048"/>
            <a:ext cx="4251960" cy="0"/>
          </a:xfrm>
          <a:prstGeom prst="line">
            <a:avLst/>
          </a:prstGeom>
          <a:noFill/>
          <a:ln w="9525">
            <a:solidFill>
              <a:srgbClr val="EBEBEB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48640" y="3584448"/>
            <a:ext cx="4251960" cy="0"/>
          </a:xfrm>
          <a:prstGeom prst="line">
            <a:avLst/>
          </a:prstGeom>
          <a:noFill/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66928" y="886968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CC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유</a:t>
            </a:r>
            <a:endParaRPr lang="en-US" sz="5800" dirty="0"/>
          </a:p>
        </p:txBody>
      </p:sp>
      <p:sp>
        <p:nvSpPr>
          <p:cNvPr id="20" name="Text 14"/>
          <p:cNvSpPr/>
          <p:nvPr/>
        </p:nvSpPr>
        <p:spPr>
          <a:xfrm>
            <a:off x="1371600" y="88696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통</a:t>
            </a:r>
            <a:endParaRPr lang="en-US" sz="5800" dirty="0"/>
          </a:p>
        </p:txBody>
      </p:sp>
      <p:sp>
        <p:nvSpPr>
          <p:cNvPr id="21" name="Text 15"/>
          <p:cNvSpPr/>
          <p:nvPr/>
        </p:nvSpPr>
        <p:spPr>
          <a:xfrm>
            <a:off x="566928" y="1801368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CC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체</a:t>
            </a:r>
            <a:endParaRPr lang="en-US" sz="5800" dirty="0"/>
          </a:p>
        </p:txBody>
      </p:sp>
      <p:sp>
        <p:nvSpPr>
          <p:cNvPr id="22" name="Text 16"/>
          <p:cNvSpPr/>
          <p:nvPr/>
        </p:nvSpPr>
        <p:spPr>
          <a:xfrm>
            <a:off x="1371600" y="180136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육대회</a:t>
            </a:r>
            <a:endParaRPr lang="en-US" sz="5800" dirty="0"/>
          </a:p>
        </p:txBody>
      </p:sp>
      <p:sp>
        <p:nvSpPr>
          <p:cNvPr id="23" name="Text 17"/>
          <p:cNvSpPr/>
          <p:nvPr/>
        </p:nvSpPr>
        <p:spPr>
          <a:xfrm>
            <a:off x="566928" y="2715768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C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일</a:t>
            </a:r>
            <a:endParaRPr lang="en-US" sz="5200" dirty="0"/>
          </a:p>
        </p:txBody>
      </p:sp>
      <p:sp>
        <p:nvSpPr>
          <p:cNvPr id="24" name="Text 18"/>
          <p:cNvSpPr/>
          <p:nvPr/>
        </p:nvSpPr>
        <p:spPr>
          <a:xfrm>
            <a:off x="1371600" y="271576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상으로부터</a:t>
            </a:r>
            <a:endParaRPr lang="en-US" sz="4000" dirty="0"/>
          </a:p>
        </p:txBody>
      </p:sp>
      <p:sp>
        <p:nvSpPr>
          <p:cNvPr id="25" name="Text 19"/>
          <p:cNvSpPr/>
          <p:nvPr/>
        </p:nvSpPr>
        <p:spPr>
          <a:xfrm>
            <a:off x="566928" y="3630168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CC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탈</a:t>
            </a:r>
            <a:endParaRPr lang="en-US" sz="5800" dirty="0"/>
          </a:p>
        </p:txBody>
      </p:sp>
      <p:sp>
        <p:nvSpPr>
          <p:cNvPr id="26" name="Text 20"/>
          <p:cNvSpPr/>
          <p:nvPr/>
        </p:nvSpPr>
        <p:spPr>
          <a:xfrm>
            <a:off x="1371600" y="363016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출</a:t>
            </a:r>
            <a:endParaRPr lang="en-US" sz="5800" dirty="0"/>
          </a:p>
        </p:txBody>
      </p:sp>
      <p:sp>
        <p:nvSpPr>
          <p:cNvPr id="27" name="Shape 21"/>
          <p:cNvSpPr/>
          <p:nvPr/>
        </p:nvSpPr>
        <p:spPr>
          <a:xfrm>
            <a:off x="5029200" y="822960"/>
            <a:ext cx="3794760" cy="1874520"/>
          </a:xfrm>
          <a:prstGeom prst="rect">
            <a:avLst/>
          </a:prstGeom>
          <a:solidFill>
            <a:srgbClr val="162D4A"/>
          </a:solidFill>
          <a:ln w="25400">
            <a:solidFill>
              <a:srgbClr val="CC0011"/>
            </a:solidFill>
            <a:prstDash val="solid"/>
          </a:ln>
        </p:spPr>
      </p:sp>
      <p:pic>
        <p:nvPicPr>
          <p:cNvPr id="28" name="Image 4" descr="https://www.elandretail.com/pub/hom/images/cont/logo_company01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212080" y="987552"/>
            <a:ext cx="2468880" cy="9144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029200" y="18288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A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NC백화점</a:t>
            </a:r>
            <a:endParaRPr lang="en-US" sz="1700" dirty="0"/>
          </a:p>
        </p:txBody>
      </p:sp>
      <p:sp>
        <p:nvSpPr>
          <p:cNvPr id="30" name="Shape 23"/>
          <p:cNvSpPr/>
          <p:nvPr/>
        </p:nvSpPr>
        <p:spPr>
          <a:xfrm>
            <a:off x="5029200" y="2834640"/>
            <a:ext cx="1828800" cy="1874520"/>
          </a:xfrm>
          <a:prstGeom prst="rect">
            <a:avLst/>
          </a:prstGeom>
          <a:solidFill>
            <a:srgbClr val="162D4A"/>
          </a:solidFill>
          <a:ln w="25400">
            <a:solidFill>
              <a:srgbClr val="CC0011"/>
            </a:solidFill>
            <a:prstDash val="solid"/>
          </a:ln>
        </p:spPr>
      </p:sp>
      <p:pic>
        <p:nvPicPr>
          <p:cNvPr id="31" name="Image 5" descr="https://www.elandretail.com/pub/hom/images/cont/logo_company03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120640" y="3182112"/>
            <a:ext cx="1645920" cy="6583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029200" y="40050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A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뉴코아아울렛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949440" y="2834640"/>
            <a:ext cx="1874520" cy="1874520"/>
          </a:xfrm>
          <a:prstGeom prst="rect">
            <a:avLst/>
          </a:prstGeom>
          <a:solidFill>
            <a:srgbClr val="162D4A"/>
          </a:solidFill>
          <a:ln w="25400">
            <a:solidFill>
              <a:srgbClr val="CC0011"/>
            </a:solidFill>
            <a:prstDash val="solid"/>
          </a:ln>
        </p:spPr>
      </p:sp>
      <p:pic>
        <p:nvPicPr>
          <p:cNvPr id="34" name="Image 6" descr="https://www.elandretail.com/pub/hom/images/cont/logo_company02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022592" y="3182112"/>
            <a:ext cx="1719072" cy="6583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949440" y="400507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A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2001아울렛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0" y="4645152"/>
            <a:ext cx="9144000" cy="292608"/>
          </a:xfrm>
          <a:prstGeom prst="rect">
            <a:avLst/>
          </a:prstGeom>
          <a:solidFill>
            <a:srgbClr val="CC0011">
              <a:alpha val="88000"/>
            </a:srgbClr>
          </a:solidFill>
          <a:ln w="12700">
            <a:solidFill>
              <a:srgbClr val="CC0011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0" y="4645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이랜드리테일 전사 체육대회  |  일상으로부터의 탈출  |  ELAND RETAIL SPORTS DAY  🏆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이랜드리테일 체육대회 포스터</dc:title>
  <dc:subject>PptxGenJS Presentation</dc:subject>
  <dc:creator>PptxGenJS</dc:creator>
  <cp:lastModifiedBy>PptxGenJS</cp:lastModifiedBy>
  <cp:revision>1</cp:revision>
  <dcterms:created xsi:type="dcterms:W3CDTF">2026-04-29T06:43:49Z</dcterms:created>
  <dcterms:modified xsi:type="dcterms:W3CDTF">2026-04-29T06:43:49Z</dcterms:modified>
</cp:coreProperties>
</file>